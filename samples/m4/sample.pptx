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IdLst/>
</p:presentation>
</file>

<file path=ppt/slides/slide1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 xml:space="preserve">vviewer pptx 样例</a:t>
            </a:r>
          </a:p>
          <a:p>
            <a:r>
              <a:t xml:space="preserve">第一张幻灯片要点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 xml:space="preserve">第二张</a:t>
            </a:r>
          </a:p>
          <a:p>
            <a:r>
              <a:t xml:space="preserve">要点 A</a:t>
            </a:r>
          </a:p>
          <a:p>
            <a:r>
              <a:t xml:space="preserve">要点 B</a:t>
            </a:r>
          </a:p>
        </p:txBody>
      </p:sp>
    </p:spTree>
  </p:cSld>
</p:sld>
</file>